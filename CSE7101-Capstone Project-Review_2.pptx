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9" r:id="rId7"/>
    <p:sldId id="280" r:id="rId8"/>
    <p:sldId id="275" r:id="rId9"/>
    <p:sldId id="281" r:id="rId10"/>
    <p:sldId id="282" r:id="rId11"/>
    <p:sldId id="284" r:id="rId12"/>
    <p:sldId id="283" r:id="rId13"/>
    <p:sldId id="265" r:id="rId14"/>
    <p:sldId id="270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paloaltonetworks.com/network-securit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 Firewall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Poornima S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20221IST0109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20221IST0100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20221IST0114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SANJANA K 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HARINI K HEGDE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SNEHA S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Christinal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 , Assistant Professor(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SoCSE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PSCS_365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Develop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context-aware application firewall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endpoints that can identify and control each application’s access to external networks. The firewall will allow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granular restrictions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on domains, IPs, and protocols, managed via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An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endpoint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will enforce policies, log application network usage, and send data to the central server. Using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AI/ML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the system will detect abnormal traffic behavior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621" y="104348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context-aware application firewall for endpoints intelligently identifies and controls each software application's network access, allowing fine-grained restrictions on domains, IPs, and protocols. Central policy management via a web console enables scalable administration across large networks. AI/ML-driven anomaly detection monitors application traffic to spot abnormal usage patterns and trigger alerting, enhancing security beyond traditional rule-based approaches.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AI-Driven Dynamic Firewall Optimization Using Reinforcement Learning for Anomaly Detection and Prevention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Adaptive Cybersecurity: Dynamically Retrainable Firewalls for Real-Time Network Protection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Analysis of Web Application Firewalls, Challenges, and Research Opportunities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 application firewall based on machine learning models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Beyond Firewall: Leveraging Machine Learning for Real-Time Insider Threats Identification and User Profiling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Dynamic AI-Augmented Firewall for Real-Time Threat Mitigation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 Firewall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Comprehensive Survey of ML-Based WAFs with Signature and Anomaly Detection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 Based Anomaly Detection in Endpoint Logs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and AI in Endpoint Security: Analyzing Use of AI/ML Algorithms for Anomaly Detection and Threat Prediction in Endpoint Security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Develop a context-aware firewall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that can monitor and control application-level network access on endpoints.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Provide granular access control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by restricting applications based on domains, IP addresses, and protocols.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Design a 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manage firewall policies, endpoints, and applications from a single interface.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Collect and analyze per-application network usage logs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better visibility and decision-making.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Implement AI/ML-based anomaly detection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identify abnormal traffic patterns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Ensure compatibility with Windows endpoints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(with optional Linux support).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Enable scalability and ease of deployment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use in enterprise environments.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Methods and Drawbacks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endpoint firewalls rely mainly on IP/port filtering, lacking context about application behavior.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Intrusion Detection Systems (IDS) focus on signature-based attack detection, not traffic anomalies in application usage.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struggle with complexity, performance impact, and poor visibility into per-application traffic.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Management of distributed firewall policies is complex and often not centralized for endpoints.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support for AI/ML-based adaptive anomaly detection in most commercial endpoint firewalls—leading to missed sophisticated threats.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 and Feasibility study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Endpoint agents intercept and analyze outbound network calls for each application, enforcing real-time policies.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server aggregates logs from agents, enabling administrators to manage, audit, and update firewall rules through a web console.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AI/ML models process network telemetry to detect anomalies; alerts are generated and routed back to both user and administrator dashboards for quick action.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Feasibility rests on proven hybrid LSTM-CNN models for anomaly detection and mature systems for centralized firewall rule management.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Scalability and cross-platform architecture align with the needs of modern organizations.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042218"/>
            <a:ext cx="10566400" cy="5161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detail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Endpoint: Windows/Linux OS, minimum dual-core CPU, 2GB RAM, agent software (C++/Go/Python).</a:t>
            </a:r>
            <a:endParaRPr lang="en-IN" dirty="0"/>
          </a:p>
          <a:p>
            <a:r>
              <a:rPr lang="en-IN" dirty="0"/>
              <a:t>Central Server: x86 server/VPS, minimum 4-core CPU, 8GB RAM, PostgreSQL/MySQL DB, TensorFlow/</a:t>
            </a:r>
            <a:r>
              <a:rPr lang="en-IN" dirty="0" err="1"/>
              <a:t>PyTorch</a:t>
            </a:r>
            <a:r>
              <a:rPr lang="en-IN" dirty="0"/>
              <a:t> (AI), web stack (React/Angular + Node.js/Flask).</a:t>
            </a:r>
            <a:endParaRPr lang="en-IN" dirty="0"/>
          </a:p>
          <a:p>
            <a:r>
              <a:rPr lang="en-IN" dirty="0"/>
              <a:t>Secure communication: TLS/SSL.</a:t>
            </a:r>
            <a:endParaRPr lang="en-IN" dirty="0"/>
          </a:p>
          <a:p>
            <a:r>
              <a:rPr lang="en-IN" dirty="0"/>
              <a:t>Redundant server hardware and network connectivity recommended for HA.</a:t>
            </a:r>
            <a:endParaRPr lang="en-IN" dirty="0"/>
          </a:p>
          <a:p>
            <a:r>
              <a:rPr lang="en-IN" dirty="0"/>
              <a:t>Compatible with existing enterprise identity providers (LDAP, SSO).</a:t>
            </a:r>
            <a:endParaRPr lang="en-IN" dirty="0"/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[1] K. Singh and S.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Silakari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“A survey of cyber-attack detection systems using machine learning,”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45, no. 17, pp. 25–32, May 2021.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[2] Palo Alto Networks, “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Next-Generation Firewall (NGFW) Overview,”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Palo Alto Networks, 2023. [Online]. Available: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https://www.paloaltonetworks.com/network-security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[3] Z. Noor, S. Hina, F. Hayat, and G. A. Shah, “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 intelligent context-aware threat detection and response model for smart cyber-physical systems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,” Internet of Things, vol. 23, p. 100843, 2023.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[4] Noor, Z. et al. "An intelligent context-aware threat detection and response system." (2023). ScienceDirect (Cites IEEE approaches in system design and implementation for context-aware security, likely relevant for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architecture, although direct IEEE publication or citation may be needed)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[5]A. Rathore, N. Chaudhary, K. Jangid, N. Hooda, and S. Sharma, "Centralized Application-Context Aware Firewall," Pratibodh, vol. 12, no. 2, pp. 15–24, Jun. 2025.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[6]P.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Mandru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"Machine Learning-Based Anomaly Detection in NFV: Security Challenges," Computers, Materials &amp; Continua, vol. 77, no. 2, pp. 1751–1768, Jun. 2023.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[7]Z. Liu, L. Sun, B. Chen, and T. Li, "Deep Learning-based Anomaly Detection and Log Analysis for Computer Networks," Journal of Information and Computing, vol. 2, no. 2, pp. 34–63, 2024.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44102" y="18986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Placeholder 11" descr="Screenshot (82)"/>
          <p:cNvPicPr>
            <a:picLocks noGrp="1"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43890" y="1391920"/>
            <a:ext cx="10259695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6393</Words>
  <Application>WPS Presentation</Application>
  <PresentationFormat>Widescreen</PresentationFormat>
  <Paragraphs>127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Microsoft YaHei</vt:lpstr>
      <vt:lpstr>Arial Unicode MS</vt:lpstr>
      <vt:lpstr>Bioinformatics</vt:lpstr>
      <vt:lpstr>Centralized Application-Context Aware Firewall</vt:lpstr>
      <vt:lpstr>Problem Statement Number: PSCS_365</vt:lpstr>
      <vt:lpstr>Content.</vt:lpstr>
      <vt:lpstr>Abstract</vt:lpstr>
      <vt:lpstr>Literature survey</vt:lpstr>
      <vt:lpstr>Objectives.</vt:lpstr>
      <vt:lpstr>Existing Methods and Drawbacks</vt:lpstr>
      <vt:lpstr>Proposed Method and Feasibility study</vt:lpstr>
      <vt:lpstr>Architecture</vt:lpstr>
      <vt:lpstr>Hardware and Software detail</vt:lpstr>
      <vt:lpstr>References (IEEE Paper format)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sneha</cp:lastModifiedBy>
  <cp:revision>44</cp:revision>
  <dcterms:created xsi:type="dcterms:W3CDTF">2025-08-19T23:53:00Z</dcterms:created>
  <dcterms:modified xsi:type="dcterms:W3CDTF">2025-09-11T06:44:58Z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75BC3AECE3844D0FB8E8A2D48DD981F9_13</vt:lpwstr>
  </property>
  <property fmtid="{D5CDD505-2E9C-101B-9397-08002B2CF9AE}" pid="3" name="KSOProductBuildVer">
    <vt:lpwstr>1033-12.2.0.22549</vt:lpwstr>
  </property>
</Properties>
</file>