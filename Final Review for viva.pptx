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9" r:id="rId7"/>
    <p:sldId id="280" r:id="rId8"/>
    <p:sldId id="275" r:id="rId9"/>
    <p:sldId id="281" r:id="rId10"/>
    <p:sldId id="282" r:id="rId11"/>
    <p:sldId id="284" r:id="rId12"/>
    <p:sldId id="283" r:id="rId13"/>
    <p:sldId id="265" r:id="rId14"/>
    <p:sldId id="270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paloaltonetworks.com/network-securit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 Firewall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IST_33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Poornima S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20221IST0109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20221IST0100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20221IST0114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SANJANA K 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HARINI K HEGDE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SNEHA S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398645"/>
            <a:ext cx="12249785" cy="169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Pallavi R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Benitha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Christinal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 , Assistant Professor(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SoCSE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examiner 1: Ms. Neha Seirah Biju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examiner 2: Ms. Babitha S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PSCS_365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Traditional firewalls operate at the network or packet level and lack visibility into which application or process initiates a connection.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They fail to answer: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Which process opened this port?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Is this connection normal for this application?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38150" lvl="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Are there anomalies in traffic behavior?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Enterprises require real-time, centralized, application-aware monitoring with ML-based anomaly detection to prevent unknown threats..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621" y="104348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This project implements a Centralized Application-Aware Firewall designed to monitor endpoint systems, analyze real-time network activity, and detect anomalies using machine learning. A lightweight endpoint agent continuously captures process-level network connections and forwards them to a FastAPI-based central server. The backend performs context-aware analysis, applies an Isolation Forest anomaly model, and streams events live to a React-based dashboard via WebSockets.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The system improves enterprise security by providing process–connection visibility, centralized monitoring, and AI-driven threat scoring with minimal endpoint overhead.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AI-Driven Dynamic Firewall Optimization Using Reinforcement Learning for Anomaly Detection and Prevention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Adaptive Cybersecurity: Dynamically Retrainable Firewalls for Real-Time Network Protection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Analysis of Web Application Firewalls, Challenges, and Research Opportunities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Web application firewall based on machine learning models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Beyond Firewall: Leveraging Machine Learning for Real-Time Insider Threats Identification and User Profiling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Dynamic AI-Augmented Firewall for Real-Time Threat Mitigation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 Firewall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 Comprehensive Survey of ML-Based WAFs with Signature and Anomaly Detection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 Based Anomaly Detection in Endpoint Logs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and AI in Endpoint Security: Analyzing Use of AI/ML Algorithms for Anomaly Detection and Threat Prediction in Endpoint Security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GB" sz="1800" dirty="0">
                <a:latin typeface="Cambria" panose="02040503050406030204" pitchFamily="18" charset="0"/>
                <a:cs typeface="Cambria" panose="02040503050406030204" pitchFamily="18" charset="0"/>
              </a:rPr>
              <a:t>To design an agent that monitors process-level network activity.</a:t>
            </a: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GB" sz="1800" dirty="0">
                <a:latin typeface="Cambria" panose="02040503050406030204" pitchFamily="18" charset="0"/>
                <a:cs typeface="Cambria" panose="02040503050406030204" pitchFamily="18" charset="0"/>
              </a:rPr>
              <a:t>To collect and centralize endpoint events for real-time analysis.</a:t>
            </a: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GB" sz="1800" dirty="0">
                <a:latin typeface="Cambria" panose="02040503050406030204" pitchFamily="18" charset="0"/>
                <a:cs typeface="Cambria" panose="02040503050406030204" pitchFamily="18" charset="0"/>
              </a:rPr>
              <a:t>To detect anomalies using a trained Isolation Forest model.</a:t>
            </a: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GB" sz="1800" dirty="0">
                <a:latin typeface="Cambria" panose="02040503050406030204" pitchFamily="18" charset="0"/>
                <a:cs typeface="Cambria" panose="02040503050406030204" pitchFamily="18" charset="0"/>
              </a:rPr>
              <a:t>To visualize live events on a web dashboard with alerts.</a:t>
            </a: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GB" sz="1800" dirty="0">
                <a:latin typeface="Cambria" panose="02040503050406030204" pitchFamily="18" charset="0"/>
                <a:cs typeface="Cambria" panose="02040503050406030204" pitchFamily="18" charset="0"/>
              </a:rPr>
              <a:t>To provide a foundation for automated policy enforcement.</a:t>
            </a: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GB" sz="1800" dirty="0">
                <a:latin typeface="Cambria" panose="02040503050406030204" pitchFamily="18" charset="0"/>
                <a:cs typeface="Cambria" panose="02040503050406030204" pitchFamily="18" charset="0"/>
              </a:rPr>
              <a:t>To build a scalable, modular, cross-platform security system.</a:t>
            </a:r>
            <a:endParaRPr lang="en-US" altLang="en-GB" sz="1800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Methods and Drawbacks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Relies on traditional packet-based firewalls.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Lacks process-level visibility.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No ML-driven anomaly scoring.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Logs stored locally, not centralized.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No real-time live monitoring dashboard.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Limitations: Manual, slow, isolated, and lacks intelligent decision-making.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 and Feasibility study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The proposed system introduces: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Endpoint Agent </a:t>
            </a: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→</a:t>
            </a:r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 captures active TCP connections + process path.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Central Server </a:t>
            </a: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→</a:t>
            </a:r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 receives events, scores anomalies, broadcasts alerts.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ML Engine </a:t>
            </a: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→</a:t>
            </a:r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 Isolation Forest for unusual traffic detection.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Admin Dashboard </a:t>
            </a:r>
            <a:r>
              <a:rPr lang="en-US" altLang="en-US" dirty="0">
                <a:latin typeface="Cambria" panose="02040503050406030204" pitchFamily="18" charset="0"/>
                <a:cs typeface="Cambria" panose="02040503050406030204" pitchFamily="18" charset="0"/>
              </a:rPr>
              <a:t>→</a:t>
            </a:r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 real-time live event visualization.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dirty="0">
                <a:latin typeface="Cambria" panose="02040503050406030204" pitchFamily="18" charset="0"/>
                <a:cs typeface="Cambria" panose="02040503050406030204" pitchFamily="18" charset="0"/>
              </a:rPr>
              <a:t>This enables context-aware, intelligent, centralized firewall monitoring.</a:t>
            </a:r>
            <a:endParaRPr lang="en-US" altLang="en-GB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0"/>
            <a:ext cx="6991985" cy="4953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042035"/>
            <a:ext cx="6991350" cy="51619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872730" y="1954530"/>
            <a:ext cx="3303270" cy="4336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Flow: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Endpoint agent collects process–connection metadata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Sends events </a:t>
            </a:r>
            <a:r>
              <a:rPr lang="en-US" altLang="en-US"/>
              <a:t>→</a:t>
            </a:r>
            <a:r>
              <a:rPr lang="en-US" altLang="en-GB"/>
              <a:t> Central FastAPI server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AI module scores anomalies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Alerts broadcast via WebSockets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Admin dashboard displays live events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Policies can be enforced (future stage)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detail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GB" dirty="0"/>
              <a:t>The endpoint requires a basic dual-core CPU, 2–4 GB RAM, Windows 10/11, and Python to run the monitoring agent.</a:t>
            </a:r>
            <a:endParaRPr lang="en-US" altLang="en-GB" dirty="0"/>
          </a:p>
          <a:p>
            <a:r>
              <a:rPr lang="en-US" altLang="en-GB" dirty="0"/>
              <a:t>The central server needs a 4–8 core CPU, 8–16 GB RAM, and SSD storage to host the backend and dashboards.</a:t>
            </a:r>
            <a:endParaRPr lang="en-US" altLang="en-GB" dirty="0"/>
          </a:p>
          <a:p>
            <a:r>
              <a:rPr lang="en-US" altLang="en-GB" dirty="0"/>
              <a:t>The system uses Python (FastAPI, psutil, scikit-learn), Node.js (React dashboard), and WebSockets for real-time communication.</a:t>
            </a:r>
            <a:endParaRPr lang="en-US" altLang="en-GB" dirty="0"/>
          </a:p>
          <a:p>
            <a:r>
              <a:rPr lang="en-US" altLang="en-GB" dirty="0"/>
              <a:t>A stable LAN/internet connection, browser support, and tools like Git and VS Code are required for development and deployment.</a:t>
            </a:r>
            <a:endParaRPr lang="en-US" altLang="en-GB" dirty="0"/>
          </a:p>
          <a:p>
            <a:r>
              <a:rPr lang="en-US" altLang="en-GB" dirty="0"/>
              <a:t>Overall, the setup supports lightweight endpoint monitoring and centralized AI-based anomaly detection.</a:t>
            </a:r>
            <a:endParaRPr lang="en-US" alt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[1] K. Singh and S.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Silakari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“A survey of cyber-attack detection systems using machine learning,”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45, no. 17, pp. 25–32, May 2021.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[2] Palo Alto Networks, “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Next-Generation Firewall (NGFW) Overview,”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Palo Alto Networks, 2023. [Online]. Available: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https://www.paloaltonetworks.com/network-security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[3] Z. Noor, S. Hina, F. Hayat, and G. A. Shah, “</a:t>
            </a:r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An intelligent context-aware threat detection and response model for smart cyber-physical systems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,” Internet of Things, vol. 23, p. 100843, 2023.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[4] Noor, Z. et al. "An intelligent context-aware threat detection and response system." (2023). ScienceDirect (Cites IEEE approaches in system design and implementation for context-aware security, likely relevant for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architecture, although direct IEEE publication or citation may be needed)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[5]A. Rathore, N. Chaudhary, K. Jangid, N. Hooda, and S. Sharma, "Centralized Application-Context Aware Firewall," Pratibodh, vol. 12, no. 2, pp. 15–24, Jun. 2025.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[6]P.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Mandru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"Machine Learning-Based Anomaly Detection in NFV: Security Challenges," Computers, Materials &amp; Continua, vol. 77, no. 2, pp. 1751–1768, Jun. 2023.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[7]Z. Liu, L. Sun, B. Chen, and T. Li, "Deep Learning-based Anomaly Detection and Log Analysis for Computer Networks," Journal of Information and Computing, vol. 2, no. 2, pp. 34–63, 2024.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44102" y="189865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Placeholder 11" descr="Screenshot (82)"/>
          <p:cNvPicPr>
            <a:picLocks noGrp="1"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643890" y="1391920"/>
            <a:ext cx="10259695" cy="4658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6092</Words>
  <Application>WPS Presentation</Application>
  <PresentationFormat>Widescreen</PresentationFormat>
  <Paragraphs>160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Verdana</vt:lpstr>
      <vt:lpstr>Bookman Old Style</vt:lpstr>
      <vt:lpstr>Segoe Print</vt:lpstr>
      <vt:lpstr>Cambria</vt:lpstr>
      <vt:lpstr>Microsoft YaHei</vt:lpstr>
      <vt:lpstr>Arial Unicode MS</vt:lpstr>
      <vt:lpstr>Bioinformatics</vt:lpstr>
      <vt:lpstr>Centralized Application-Context Aware Firewall</vt:lpstr>
      <vt:lpstr>Problem Statement Number: PSCS_365</vt:lpstr>
      <vt:lpstr>Content.</vt:lpstr>
      <vt:lpstr>Abstract</vt:lpstr>
      <vt:lpstr>Literature survey</vt:lpstr>
      <vt:lpstr>Objectives.</vt:lpstr>
      <vt:lpstr>Existing Methods and Drawbacks</vt:lpstr>
      <vt:lpstr>Proposed Method and Feasibility study</vt:lpstr>
      <vt:lpstr>Architecture</vt:lpstr>
      <vt:lpstr>Hardware and Software detail</vt:lpstr>
      <vt:lpstr>References (IEEE Paper format)</vt:lpstr>
      <vt:lpstr>Timeline of the Project (Gantt Chart)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Sanjana Holla</cp:lastModifiedBy>
  <cp:revision>49</cp:revision>
  <dcterms:created xsi:type="dcterms:W3CDTF">2025-08-19T23:53:00Z</dcterms:created>
  <dcterms:modified xsi:type="dcterms:W3CDTF">2025-12-03T07:58:42Z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5E221713CF364AF08E4765FC50E59D89_12</vt:lpwstr>
  </property>
  <property fmtid="{D5CDD505-2E9C-101B-9397-08002B2CF9AE}" pid="3" name="KSOProductBuildVer">
    <vt:lpwstr>2057-12.2.0.23149</vt:lpwstr>
  </property>
</Properties>
</file>