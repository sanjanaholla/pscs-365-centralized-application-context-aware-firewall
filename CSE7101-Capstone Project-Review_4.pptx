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69" r:id="rId5"/>
    <p:sldId id="257" r:id="rId6"/>
    <p:sldId id="279" r:id="rId7"/>
    <p:sldId id="280" r:id="rId8"/>
    <p:sldId id="275" r:id="rId9"/>
    <p:sldId id="281" r:id="rId10"/>
    <p:sldId id="282" r:id="rId11"/>
    <p:sldId id="284" r:id="rId12"/>
    <p:sldId id="283" r:id="rId13"/>
    <p:sldId id="265" r:id="rId14"/>
    <p:sldId id="270" r:id="rId15"/>
    <p:sldId id="266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7690726-49DA-4552-BDEB-330DD8EA8BD9}" styleName="Table_0">
    <a:wholeTbl>
      <a:tcTxStyle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 panose="020B0604030504040204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2"/>
          <a:srcRect b="18046"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paloaltonetworks.com/network-security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Centralized Application-Context Aware Firewall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IST_33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lang="en-IN"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IN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Poornima S </a:t>
            </a:r>
            <a:endParaRPr lang="en-IN" sz="17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IN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Assistant Professor </a:t>
            </a:r>
            <a:endParaRPr lang="en-IN" sz="17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graphicFrame>
        <p:nvGraphicFramePr>
          <p:cNvPr id="89" name="Google Shape;89;p13"/>
          <p:cNvGraphicFramePr/>
          <p:nvPr/>
        </p:nvGraphicFramePr>
        <p:xfrm>
          <a:off x="553347" y="2721840"/>
          <a:ext cx="5418675" cy="274326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/>
                <a:gridCol w="3333675"/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20221IST0109</a:t>
                      </a:r>
                      <a:endParaRPr lang="en-US" sz="1800" u="none" strike="noStrike" cap="none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20221IST0100</a:t>
                      </a:r>
                      <a:endParaRPr lang="en-US" sz="1800" u="none" strike="noStrike" cap="none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20221IST0114</a:t>
                      </a:r>
                      <a:endParaRPr sz="1800" u="none" strike="noStrike" cap="none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SANJANA K </a:t>
                      </a:r>
                      <a:endParaRPr lang="en-US" sz="1800" u="none" strike="noStrike" cap="none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HARINI K HEGDE</a:t>
                      </a:r>
                      <a:endParaRPr lang="en-US" sz="1800" u="none" strike="noStrike" cap="none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SNEHA S</a:t>
                      </a:r>
                      <a:endParaRPr sz="1800" u="none" strike="noStrike" cap="none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Review-</a:t>
            </a:r>
            <a:r>
              <a:rPr lang="en-US" alt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5</a:t>
            </a:r>
            <a:endParaRPr lang="en-US" altLang="en-GB"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Information Science and Technology</a:t>
            </a:r>
            <a:endParaRPr lang="en-US"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HoD: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Pallavi R</a:t>
            </a:r>
            <a:endParaRPr lang="en-US" sz="18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Project Coordinator: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Ms. Benitha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Christinal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J , Assistant Professor(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SoCSE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)</a:t>
            </a:r>
            <a:endParaRPr lang="en-US"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r>
              <a:rPr lang="en-IN" dirty="0"/>
              <a:t>PSCS_365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Develop a </a:t>
            </a: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context-aware application firewall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for endpoints that can identify and control each application’s access to external networks. The firewall will allow </a:t>
            </a: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granular restrictions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on domains, IPs, and protocols, managed via a </a:t>
            </a: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centralized web console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. An </a:t>
            </a: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endpoint agent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will enforce policies, log application network usage, and send data to the central server. Using </a:t>
            </a: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AI/ML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, the system will detect abnormal traffic behavior and generate alerts.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06621" y="1043486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Abstract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Existing methods and drawbacks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Innovation or Novel Contributions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Proposed method and feasibility study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Modules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Hardware and software detail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Timeline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 context-aware application firewall for endpoints intelligently identifies and controls each software application's network access, allowing fine-grained restrictions on domains, IPs, and protocols. Central policy management via a web console enables scalable administration across large networks. AI/ML-driven anomaly detection monitors application traffic to spot abnormal usage patterns and trigger alerting, enhancing security beyond traditional rule-based approaches.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survey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AI-Driven Dynamic Firewall Optimization Using Reinforcement Learning for Anomaly Detection and Prevention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Adaptive Cybersecurity: Dynamically Retrainable Firewalls for Real-Time Network Protection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Analysis of Web Application Firewalls, Challenges, and Research Opportunities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Web application firewall based on machine learning models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Beyond Firewall: Leveraging Machine Learning for Real-Time Insider Threats Identification and User Profiling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Dynamic AI-Augmented Firewall for Real-Time Threat Mitigation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Centralized Application-Context Aware Firewall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A Comprehensive Survey of ML-Based WAFs with Signature and Anomaly Detection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AI Based Anomaly Detection in Endpoint Logs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Machine Learning and AI in Endpoint Security: Analyzing Use of AI/ML Algorithms for Anomaly Detection and Threat Prediction in Endpoint Security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Objectives.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Develop a context-aware firewall agent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that can monitor and control application-level network access on endpoints.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Provide granular access control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by restricting applications based on domains, IP addresses, and protocols.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Design a centralized web console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to manage firewall policies, endpoints, and applications from a single interface.</a:t>
            </a: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US" sz="17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Collect and analyze per-application network usage logs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for better visibility and decision-making.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Implement AI/ML-based anomaly detection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to identify abnormal traffic patterns and generate alerts.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Ensure compatibility with Windows endpoints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(with optional Linux support).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Enable scalability and ease of deployment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for use in enterprise environments.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endParaRPr lang="en-IN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Methods and Drawbacks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Traditional endpoint firewalls rely mainly on IP/port filtering, lacking context about application behavior.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Intrusion Detection Systems (IDS) focus on signature-based attack detection, not traffic anomalies in application usage.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Existing solutions struggle with complexity, performance impact, and poor visibility into per-application traffic.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Management of distributed firewall policies is complex and often not centralized for endpoints.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No support for AI/ML-based adaptive anomaly detection in most commercial endpoint firewalls—leading to missed sophisticated threats.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Method and Feasibility study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Endpoint agents intercept and analyze outbound network calls for each application, enforcing real-time policies.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Central server aggregates logs from agents, enabling administrators to manage, audit, and update firewall rules through a web console.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AI/ML models process network telemetry to detect anomalies; alerts are generated and routed back to both user and administrator dashboards for quick action.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Feasibility rests on proven hybrid LSTM-CNN models for anomaly detection and mature systems for centralized firewall rule management.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Scalability and cross-platform architecture align with the needs of modern organizations.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1042218"/>
            <a:ext cx="10566400" cy="51619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and Software detail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Endpoint: Windows/Linux OS, minimum dual-core CPU, 2GB RAM, agent software (C++/Go/Python).</a:t>
            </a:r>
            <a:endParaRPr lang="en-IN" dirty="0"/>
          </a:p>
          <a:p>
            <a:r>
              <a:rPr lang="en-IN" dirty="0"/>
              <a:t>Central Server: x86 server/VPS, minimum 4-core CPU, 8GB RAM, PostgreSQL/MySQL DB, TensorFlow/</a:t>
            </a:r>
            <a:r>
              <a:rPr lang="en-IN" dirty="0" err="1"/>
              <a:t>PyTorch</a:t>
            </a:r>
            <a:r>
              <a:rPr lang="en-IN" dirty="0"/>
              <a:t> (AI), web stack (React/Angular + Node.js/Flask).</a:t>
            </a:r>
            <a:endParaRPr lang="en-IN" dirty="0"/>
          </a:p>
          <a:p>
            <a:r>
              <a:rPr lang="en-IN" dirty="0"/>
              <a:t>Secure communication: TLS/SSL.</a:t>
            </a:r>
            <a:endParaRPr lang="en-IN" dirty="0"/>
          </a:p>
          <a:p>
            <a:r>
              <a:rPr lang="en-IN" dirty="0"/>
              <a:t>Redundant server hardware and network connectivity recommended for HA.</a:t>
            </a:r>
            <a:endParaRPr lang="en-IN" dirty="0"/>
          </a:p>
          <a:p>
            <a:r>
              <a:rPr lang="en-IN" dirty="0"/>
              <a:t>Compatible with existing enterprise identity providers (LDAP, SSO).</a:t>
            </a:r>
            <a:endParaRPr lang="en-IN" dirty="0"/>
          </a:p>
          <a:p>
            <a:pPr marL="7620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[1] K. Singh and S. </a:t>
            </a:r>
            <a:r>
              <a:rPr lang="en-IN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Silakari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, “A survey of cyber-attack detection systems using machine learning,” </a:t>
            </a:r>
            <a:r>
              <a:rPr lang="en-IN" sz="1800" i="1" dirty="0">
                <a:latin typeface="Cambria" panose="02040503050406030204" pitchFamily="18" charset="0"/>
                <a:ea typeface="Cambria" panose="02040503050406030204" pitchFamily="18" charset="0"/>
              </a:rPr>
              <a:t>International Journal of Computer Applications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, vol. 45, no. 17, pp. 25–32, May 2021.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[2] Palo Alto Networks, “</a:t>
            </a:r>
            <a:r>
              <a:rPr lang="en-IN" sz="1800" i="1" dirty="0">
                <a:latin typeface="Cambria" panose="02040503050406030204" pitchFamily="18" charset="0"/>
                <a:ea typeface="Cambria" panose="02040503050406030204" pitchFamily="18" charset="0"/>
              </a:rPr>
              <a:t>Next-Generation Firewall (NGFW) Overview,” 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Palo Alto Networks, 2023. [Online]. Available: 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  <a:hlinkClick r:id="rId1"/>
              </a:rPr>
              <a:t>https://www.paloaltonetworks.com/network-security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[3] Z. Noor, S. Hina, F. Hayat, and G. A. Shah, “</a:t>
            </a:r>
            <a:r>
              <a:rPr lang="en-US" sz="1800" i="1" dirty="0">
                <a:latin typeface="Cambria" panose="02040503050406030204" pitchFamily="18" charset="0"/>
                <a:ea typeface="Cambria" panose="02040503050406030204" pitchFamily="18" charset="0"/>
              </a:rPr>
              <a:t>An intelligent context-aware threat detection and response model for smart cyber-physical systems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,” Internet of Things, vol. 23, p. 100843, 2023.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[4] Noor, Z. et al. "An intelligent context-aware threat detection and response system." (2023). ScienceDirect (Cites IEEE approaches in system design and implementation for context-aware security, likely relevant for </a:t>
            </a: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architecture, although direct IEEE publication or citation may be needed)</a:t>
            </a:r>
            <a:endParaRPr lang="en-IN" sz="19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[5]A. Rathore, N. Chaudhary, K. Jangid, N. Hooda, and S. Sharma, "Centralized Application-Context Aware Firewall," Pratibodh, vol. 12, no. 2, pp. 15–24, Jun. 2025.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[6]P. </a:t>
            </a:r>
            <a:r>
              <a:rPr lang="en-IN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Mandru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, "Machine Learning-Based Anomaly Detection in NFV: Security Challenges," Computers, Materials &amp; Continua, vol. 77, no. 2, pp. 1751–1768, Jun. 2023.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[7]Z. Liu, L. Sun, B. Chen, and T. Li, "Deep Learning-based Anomaly Detection and Log Analysis for Computer Networks," Journal of Information and Computing, vol. 2, no. 2, pp. 34–63, 2024.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644102" y="189865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2" name="Picture Placeholder 11" descr="Screenshot (82)"/>
          <p:cNvPicPr>
            <a:picLocks noGrp="1" noChangeAspect="1"/>
          </p:cNvPicPr>
          <p:nvPr>
            <p:ph type="pic" idx="2"/>
          </p:nvPr>
        </p:nvPicPr>
        <p:blipFill>
          <a:blip r:embed="rId1"/>
          <a:stretch>
            <a:fillRect/>
          </a:stretch>
        </p:blipFill>
        <p:spPr>
          <a:xfrm>
            <a:off x="643890" y="1391920"/>
            <a:ext cx="10259695" cy="46589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6393</Words>
  <Application>WPS Presentation</Application>
  <PresentationFormat>Widescreen</PresentationFormat>
  <Paragraphs>127</Paragraphs>
  <Slides>13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Arial</vt:lpstr>
      <vt:lpstr>SimSun</vt:lpstr>
      <vt:lpstr>Wingdings</vt:lpstr>
      <vt:lpstr>Arial</vt:lpstr>
      <vt:lpstr>Verdana</vt:lpstr>
      <vt:lpstr>Bookman Old Style</vt:lpstr>
      <vt:lpstr>Segoe Print</vt:lpstr>
      <vt:lpstr>Cambria</vt:lpstr>
      <vt:lpstr>Microsoft YaHei</vt:lpstr>
      <vt:lpstr>Arial Unicode MS</vt:lpstr>
      <vt:lpstr>Bioinformatics</vt:lpstr>
      <vt:lpstr>Centralized Application-Context Aware Firewall</vt:lpstr>
      <vt:lpstr>Problem Statement Number: PSCS_365</vt:lpstr>
      <vt:lpstr>Content.</vt:lpstr>
      <vt:lpstr>Abstract</vt:lpstr>
      <vt:lpstr>Literature survey</vt:lpstr>
      <vt:lpstr>Objectives.</vt:lpstr>
      <vt:lpstr>Existing Methods and Drawbacks</vt:lpstr>
      <vt:lpstr>Proposed Method and Feasibility study</vt:lpstr>
      <vt:lpstr>Architecture</vt:lpstr>
      <vt:lpstr>Hardware and Software detail</vt:lpstr>
      <vt:lpstr>References (IEEE Paper format)</vt:lpstr>
      <vt:lpstr>Timeline of the Project (Gantt Chart)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Sanjana Holla</cp:lastModifiedBy>
  <cp:revision>50</cp:revision>
  <dcterms:created xsi:type="dcterms:W3CDTF">2025-08-19T23:53:00Z</dcterms:created>
  <dcterms:modified xsi:type="dcterms:W3CDTF">2025-12-02T07:17:15Z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45B6828D58624C77A0E42A987F2E1289_13</vt:lpwstr>
  </property>
  <property fmtid="{D5CDD505-2E9C-101B-9397-08002B2CF9AE}" pid="3" name="KSOProductBuildVer">
    <vt:lpwstr>2057-12.2.0.23149</vt:lpwstr>
  </property>
</Properties>
</file>